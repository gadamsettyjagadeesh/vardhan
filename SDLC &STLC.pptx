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0521-F690-4C99-B358-A87150CE9FEE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3F522D4-CE7F-4A44-95AB-60DC03E9BBC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000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0521-F690-4C99-B358-A87150CE9FEE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522D4-CE7F-4A44-95AB-60DC03E9BBC9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183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0521-F690-4C99-B358-A87150CE9FEE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522D4-CE7F-4A44-95AB-60DC03E9BBC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9403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0521-F690-4C99-B358-A87150CE9FEE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522D4-CE7F-4A44-95AB-60DC03E9BBC9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840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0521-F690-4C99-B358-A87150CE9FEE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522D4-CE7F-4A44-95AB-60DC03E9BBC9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1277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0521-F690-4C99-B358-A87150CE9FEE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522D4-CE7F-4A44-95AB-60DC03E9BBC9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34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0521-F690-4C99-B358-A87150CE9FEE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522D4-CE7F-4A44-95AB-60DC03E9BB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1401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0521-F690-4C99-B358-A87150CE9FEE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522D4-CE7F-4A44-95AB-60DC03E9BBC9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080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62A0521-F690-4C99-B358-A87150CE9FEE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522D4-CE7F-4A44-95AB-60DC03E9BBC9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6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0521-F690-4C99-B358-A87150CE9FEE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522D4-CE7F-4A44-95AB-60DC03E9BBC9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0869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A0521-F690-4C99-B358-A87150CE9FEE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522D4-CE7F-4A44-95AB-60DC03E9BBC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566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A0521-F690-4C99-B358-A87150CE9FEE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3F522D4-CE7F-4A44-95AB-60DC03E9BBC9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4941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55744-FFFB-EB2D-2B2C-DA93751B65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0245" y="1338672"/>
            <a:ext cx="9144000" cy="2387600"/>
          </a:xfrm>
        </p:spPr>
        <p:txBody>
          <a:bodyPr>
            <a:normAutofit/>
          </a:bodyPr>
          <a:lstStyle/>
          <a:p>
            <a:r>
              <a:rPr lang="en-IN" sz="9600" b="1" dirty="0">
                <a:latin typeface="Arial Black" panose="020B0A04020102020204" pitchFamily="34" charset="0"/>
              </a:rPr>
              <a:t>SDLC &amp;STLC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157C9-E5B1-11EF-AB78-4A0516CEA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7896" y="4722916"/>
            <a:ext cx="9144000" cy="1655762"/>
          </a:xfrm>
        </p:spPr>
        <p:txBody>
          <a:bodyPr/>
          <a:lstStyle/>
          <a:p>
            <a:pPr algn="r"/>
            <a:r>
              <a:rPr lang="en-IN" dirty="0">
                <a:latin typeface="Arial Black" panose="020B0A04020102020204" pitchFamily="34" charset="0"/>
              </a:rPr>
              <a:t>Presented By</a:t>
            </a:r>
          </a:p>
          <a:p>
            <a:pPr algn="r"/>
            <a:r>
              <a:rPr lang="en-IN" dirty="0">
                <a:latin typeface="Arial Black" panose="020B0A04020102020204" pitchFamily="34" charset="0"/>
              </a:rPr>
              <a:t>Leela </a:t>
            </a:r>
            <a:r>
              <a:rPr lang="en-IN" dirty="0" err="1">
                <a:latin typeface="Arial Black" panose="020B0A04020102020204" pitchFamily="34" charset="0"/>
              </a:rPr>
              <a:t>Krishna.Y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126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80E1F1-6D18-F813-0177-3E9E86903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457" y="865239"/>
            <a:ext cx="6673646" cy="526763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FB477B4-46A2-DD18-1E49-65BBE7F92AD5}"/>
              </a:ext>
            </a:extLst>
          </p:cNvPr>
          <p:cNvSpPr txBox="1"/>
          <p:nvPr/>
        </p:nvSpPr>
        <p:spPr>
          <a:xfrm>
            <a:off x="698090" y="285136"/>
            <a:ext cx="16859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latin typeface="Arial Black" panose="020B0A04020102020204" pitchFamily="34" charset="0"/>
              </a:rPr>
              <a:t>SDLC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9044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092C1D-882F-0A96-B0F8-E3ADF4F33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5871" y="855406"/>
            <a:ext cx="7378903" cy="52555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3A153B9-FEDF-D815-C137-4117DFA1159F}"/>
              </a:ext>
            </a:extLst>
          </p:cNvPr>
          <p:cNvSpPr txBox="1"/>
          <p:nvPr/>
        </p:nvSpPr>
        <p:spPr>
          <a:xfrm>
            <a:off x="766916" y="226371"/>
            <a:ext cx="1809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latin typeface="Arial Black" panose="020B0A04020102020204" pitchFamily="34" charset="0"/>
              </a:rPr>
              <a:t>STLC</a:t>
            </a:r>
          </a:p>
        </p:txBody>
      </p:sp>
    </p:spTree>
    <p:extLst>
      <p:ext uri="{BB962C8B-B14F-4D97-AF65-F5344CB8AC3E}">
        <p14:creationId xmlns:p14="http://schemas.microsoft.com/office/powerpoint/2010/main" val="3408644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671438-6A58-5104-ACB9-3D3B9BE7AA68}"/>
              </a:ext>
            </a:extLst>
          </p:cNvPr>
          <p:cNvSpPr txBox="1"/>
          <p:nvPr/>
        </p:nvSpPr>
        <p:spPr>
          <a:xfrm>
            <a:off x="2877009" y="2713703"/>
            <a:ext cx="643798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6600" dirty="0">
                <a:latin typeface="Arial Black" panose="020B0A04020102020204" pitchFamily="34" charset="0"/>
              </a:rPr>
              <a:t>ANYQUERIES</a:t>
            </a:r>
          </a:p>
        </p:txBody>
      </p:sp>
    </p:spTree>
    <p:extLst>
      <p:ext uri="{BB962C8B-B14F-4D97-AF65-F5344CB8AC3E}">
        <p14:creationId xmlns:p14="http://schemas.microsoft.com/office/powerpoint/2010/main" val="3485599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C95C48-6637-38D6-92E9-37C5C7FD1A47}"/>
              </a:ext>
            </a:extLst>
          </p:cNvPr>
          <p:cNvSpPr txBox="1"/>
          <p:nvPr/>
        </p:nvSpPr>
        <p:spPr>
          <a:xfrm>
            <a:off x="2215194" y="2705725"/>
            <a:ext cx="776161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800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300109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14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Black</vt:lpstr>
      <vt:lpstr>Gill Sans MT</vt:lpstr>
      <vt:lpstr>Gallery</vt:lpstr>
      <vt:lpstr>SDLC &amp;STLC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gadamsetty jagadeesh</dc:creator>
  <cp:lastModifiedBy>gadamsetty jagadeesh</cp:lastModifiedBy>
  <cp:revision>1</cp:revision>
  <dcterms:created xsi:type="dcterms:W3CDTF">2025-10-18T06:24:01Z</dcterms:created>
  <dcterms:modified xsi:type="dcterms:W3CDTF">2025-10-18T06:26:00Z</dcterms:modified>
</cp:coreProperties>
</file>